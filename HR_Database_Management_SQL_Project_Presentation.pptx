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198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334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53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253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93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69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815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954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493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19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0953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285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55467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653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72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50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27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DATABASE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rPr dirty="0"/>
              <a:t>SQL Server Project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endParaRPr dirty="0"/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rPr dirty="0"/>
              <a:t>A comprehensive database project demonstrating SQL Server table design, relationships, and advanced querying.</a:t>
            </a:r>
            <a:endParaRPr lang="en-US" dirty="0"/>
          </a:p>
          <a:p>
            <a:pPr marL="0" indent="0">
              <a:buNone/>
              <a:defRPr sz="1800">
                <a:solidFill>
                  <a:srgbClr val="282828"/>
                </a:solidFill>
                <a:latin typeface="Calibri"/>
              </a:defRPr>
            </a:pPr>
            <a:r>
              <a:rPr lang="en-IN" dirty="0"/>
              <a:t>                                                                                                                                                   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endParaRPr lang="en-IN" dirty="0"/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endParaRPr lang="en-IN" dirty="0"/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endParaRPr lang="en-IN" dirty="0"/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endParaRPr lang="en-IN" dirty="0"/>
          </a:p>
          <a:p>
            <a:pPr marL="0" indent="0">
              <a:buNone/>
              <a:defRPr sz="1800">
                <a:solidFill>
                  <a:srgbClr val="282828"/>
                </a:solidFill>
                <a:latin typeface="Calibri"/>
              </a:defRPr>
            </a:pPr>
            <a:r>
              <a:rPr lang="en-IN" dirty="0"/>
              <a:t>                                                                                               Name :-</a:t>
            </a:r>
            <a:r>
              <a:rPr lang="en-IN" dirty="0" err="1"/>
              <a:t>Sanjyot</a:t>
            </a:r>
            <a:r>
              <a:rPr lang="en-IN" dirty="0"/>
              <a:t> Sanjay Tekale </a:t>
            </a:r>
          </a:p>
          <a:p>
            <a:pPr marL="0" indent="0">
              <a:buNone/>
              <a:defRPr sz="1800">
                <a:solidFill>
                  <a:srgbClr val="282828"/>
                </a:solidFill>
                <a:latin typeface="Calibri"/>
              </a:defRPr>
            </a:pPr>
            <a:r>
              <a:rPr lang="en-IN" dirty="0"/>
              <a:t>                                                                                               Course Name:-Data Analyst</a:t>
            </a:r>
          </a:p>
          <a:p>
            <a:pPr marL="0" indent="0">
              <a:buNone/>
              <a:defRPr sz="1800">
                <a:solidFill>
                  <a:srgbClr val="282828"/>
                </a:solidFill>
                <a:latin typeface="Calibri"/>
              </a:defRPr>
            </a:pPr>
            <a:r>
              <a:rPr lang="en-IN" dirty="0"/>
              <a:t>                                                                                               Class Name:-Coach-X</a:t>
            </a:r>
          </a:p>
          <a:p>
            <a:pPr marL="0" indent="0">
              <a:buNone/>
              <a:defRPr sz="1800">
                <a:solidFill>
                  <a:srgbClr val="282828"/>
                </a:solidFill>
                <a:latin typeface="Calibri"/>
              </a:defRPr>
            </a:pPr>
            <a:r>
              <a:rPr lang="en-IN" dirty="0"/>
              <a:t>                                                                                               Date:-20-10-2025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The HR Database Management System stores and manages employee-related information efficiently using SQL Server.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endParaRPr/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It includes tables for employees, departments, jobs, dependents, and more.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To design normalized database tables.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To establish primary and foreign key relationships.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To perform CRUD operations.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To write SQL queries for data retrieval and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Microsoft SQL Server Management Studio (SSMS)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SQL Query Language (DDL, DML, DCL, TCL)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ER Modelling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Windows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The database consists of seven core tables: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1. Employees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2. Departments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3. Jobs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4. Dependents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5. Locations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6. Countries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7. Regions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Each employee is assigned to a department and job.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Departments are located in specific locations.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Countries belong to regions.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endParaRPr/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[Placeholder: ER Diagram can be added here]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Example: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CREATE TABLE employees (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 employee_id INT PRIMARY KEY,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 first_name VARCHAR(20),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 last_name VARCHAR(25),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 salary DECIMAL(8,2),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 department_id INT FOREIGN KEY REFERENCES departments(department_id)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Insertion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Sample Data: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INSERT INTO employees VALUES (100, 'Steven', 'King', 24000, 9);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INSERT INTO departments VALUES (9, 'Executive', 1700);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 – SELECT &amp; ORDER BY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Examples: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SELECT * FROM employees;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SELECT first_name, salary FROM employees ORDER BY salary DESC;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 – DISTINCT &amp; TOP 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Examples: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SELECT DISTINCT job_id FROM employees;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SELECT TOP 5 * FROM employees ORDER BY salary DESC;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 – WHERE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Examples: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SELECT * FROM employees WHERE salary &gt; 14000;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SELECT * FROM employees WHERE department_id = 5;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 – Logical &amp; Special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Examples: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SELECT * FROM employees WHERE salary BETWEEN 5000 AND 7000;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SELECT * FROM employees WHERE first_name LIKE 'J%';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3 – 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Types of Joins: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INNER JOIN: Returns matching rows.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LEFT JOIN: Includes unmatched rows from the left table.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FULL OUTER JOIN: Combines both sides.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SELF JOIN: Relates a table to itself.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3 – CROSS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Example: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SELECT * FROM sales_organization CROSS JOIN sales_channel;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endParaRPr/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Generates all possible combinations of sales org and channel.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4 – GROUP BY &amp; HAVING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Examples: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SELECT department_id, COUNT(*) FROM employees GROUP BY department_id;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SELECT department_id, AVG(salary) FROM employees GROUP BY department_id HAVING AVG(salary) &gt; 7000;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5 – UNION, INTERSECT &amp;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Examples: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SELECT first_name FROM employees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UNION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SELECT first_name FROM dependents;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endParaRPr/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SELECT * FROM employees WHERE EXISTS (SELECT * FROM dependents WHERE dependents.employee_id = employees.employee_id);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5 – CASE &amp;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Examples: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CASE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 WHEN salary &lt; 3000 THEN 'Low'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 WHEN salary BETWEEN 3000 AND 5000 THEN 'Average'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 ELSE 'High'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END AS Salary_Level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endParaRPr/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UPDATE employees SET last_name='Lopez' WHERE employee_id=192;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Task – Subqueries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Examples: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SELECT * FROM employees WHERE department_id IN (SELECT department_id FROM departments WHERE location_id=1700);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- SELECT * FROM employees WHERE salary &gt; (SELECT AVG(salary) FROM employees);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✔ Efficient relational design reduces redundancy.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✔ Queries demonstrate deep SQL understanding.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✔ Logical operators and joins enhance data analysis.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✔ Subqueries optimize nested data retrieval.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The HR Database Management System successfully demonstrates the use of SQL Server for managing relational data.</a:t>
            </a:r>
          </a:p>
          <a:p>
            <a:pPr>
              <a:defRPr sz="1800">
                <a:solidFill>
                  <a:srgbClr val="282828"/>
                </a:solidFill>
                <a:latin typeface="Calibri"/>
              </a:defRPr>
            </a:pPr>
            <a:r>
              <a:t>It applies advanced SQL concepts such as joins, subqueries, and aggregate functions.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161" y="2300083"/>
            <a:ext cx="5112774" cy="1278859"/>
          </a:xfrm>
        </p:spPr>
        <p:txBody>
          <a:bodyPr>
            <a:normAutofit/>
          </a:bodyPr>
          <a:lstStyle/>
          <a:p>
            <a:r>
              <a:rPr sz="6600" b="1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</TotalTime>
  <Words>754</Words>
  <Application>Microsoft Office PowerPoint</Application>
  <PresentationFormat>On-screen Show (4:3)</PresentationFormat>
  <Paragraphs>115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Trebuchet MS</vt:lpstr>
      <vt:lpstr>Wingdings 3</vt:lpstr>
      <vt:lpstr>Facet</vt:lpstr>
      <vt:lpstr>HR DATABASE MANAGEMENT SYSTEM</vt:lpstr>
      <vt:lpstr>Introduction</vt:lpstr>
      <vt:lpstr>Objectives</vt:lpstr>
      <vt:lpstr>Tools &amp; Technologies</vt:lpstr>
      <vt:lpstr>Database Overview</vt:lpstr>
      <vt:lpstr>Entity Relationship</vt:lpstr>
      <vt:lpstr>Table Creation</vt:lpstr>
      <vt:lpstr>Data Insertion</vt:lpstr>
      <vt:lpstr>Task 1 – SELECT &amp; ORDER BY</vt:lpstr>
      <vt:lpstr>Task 1 – DISTINCT &amp; TOP N</vt:lpstr>
      <vt:lpstr>Task 1 – WHERE Clause</vt:lpstr>
      <vt:lpstr>Task 2 – Logical &amp; Special Operators</vt:lpstr>
      <vt:lpstr>Task 3 – JOINS</vt:lpstr>
      <vt:lpstr>Task 3 – CROSS JOIN</vt:lpstr>
      <vt:lpstr>Task 4 – GROUP BY &amp; HAVING</vt:lpstr>
      <vt:lpstr>Task 5 – UNION, INTERSECT &amp; EXISTS</vt:lpstr>
      <vt:lpstr>Task 5 – CASE &amp; UPDATE</vt:lpstr>
      <vt:lpstr>Final Task – Subqueries</vt:lpstr>
      <vt:lpstr>Results &amp; Insights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sanjyottekale2001@outlook.com</cp:lastModifiedBy>
  <cp:revision>3</cp:revision>
  <dcterms:created xsi:type="dcterms:W3CDTF">2013-01-27T09:14:16Z</dcterms:created>
  <dcterms:modified xsi:type="dcterms:W3CDTF">2025-10-19T14:28:17Z</dcterms:modified>
  <cp:category/>
</cp:coreProperties>
</file>